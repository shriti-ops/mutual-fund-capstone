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62269-8EF2-4059-96CE-ECB19F036F82}" v="72" dt="2026-06-12T18:47:35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3D137-E2BB-4F06-A801-182EF262646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38D8523-DE4F-4988-81CF-C396AE0806F3}">
      <dgm:prSet phldrT="[Text]" phldr="0"/>
      <dgm:spPr/>
      <dgm:t>
        <a:bodyPr/>
        <a:lstStyle/>
        <a:p>
          <a:endParaRPr lang="en-IN" dirty="0"/>
        </a:p>
      </dgm:t>
    </dgm:pt>
    <dgm:pt modelId="{183AC8B6-1DC0-4FBA-8318-654AAB2DB6A5}" type="parTrans" cxnId="{6D389A2F-0C85-49A8-8739-10FF412172CC}">
      <dgm:prSet/>
      <dgm:spPr/>
      <dgm:t>
        <a:bodyPr/>
        <a:lstStyle/>
        <a:p>
          <a:endParaRPr lang="en-IN"/>
        </a:p>
      </dgm:t>
    </dgm:pt>
    <dgm:pt modelId="{444DA76F-3E0E-47B1-8385-518C6D48B866}" type="sibTrans" cxnId="{6D389A2F-0C85-49A8-8739-10FF412172CC}">
      <dgm:prSet/>
      <dgm:spPr/>
      <dgm:t>
        <a:bodyPr/>
        <a:lstStyle/>
        <a:p>
          <a:endParaRPr lang="en-IN"/>
        </a:p>
      </dgm:t>
    </dgm:pt>
    <dgm:pt modelId="{191B6221-AE60-4C08-9126-7D35C8B6906D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Raw Data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639FC8-4898-4AAE-9FB1-E6193AD8500C}" type="parTrans" cxnId="{7C5C5C28-E747-4D30-B3D9-418F78F402D0}">
      <dgm:prSet/>
      <dgm:spPr/>
      <dgm:t>
        <a:bodyPr/>
        <a:lstStyle/>
        <a:p>
          <a:endParaRPr lang="en-IN"/>
        </a:p>
      </dgm:t>
    </dgm:pt>
    <dgm:pt modelId="{E03F8173-5686-4080-A750-915C9FC2DE77}" type="sibTrans" cxnId="{7C5C5C28-E747-4D30-B3D9-418F78F402D0}">
      <dgm:prSet/>
      <dgm:spPr/>
      <dgm:t>
        <a:bodyPr/>
        <a:lstStyle/>
        <a:p>
          <a:endParaRPr lang="en-IN"/>
        </a:p>
      </dgm:t>
    </dgm:pt>
    <dgm:pt modelId="{38BF2015-10FE-41CE-8C31-5B2EC2E12B2F}">
      <dgm:prSet phldrT="[Text]" phldr="0"/>
      <dgm:spPr/>
      <dgm:t>
        <a:bodyPr/>
        <a:lstStyle/>
        <a:p>
          <a:endParaRPr lang="en-IN" dirty="0"/>
        </a:p>
      </dgm:t>
    </dgm:pt>
    <dgm:pt modelId="{0DCFABC6-FD79-4EBE-AEA8-707D7FAFD595}" type="parTrans" cxnId="{6EBFE925-52DD-4378-90BB-60DED0FE910E}">
      <dgm:prSet/>
      <dgm:spPr/>
      <dgm:t>
        <a:bodyPr/>
        <a:lstStyle/>
        <a:p>
          <a:endParaRPr lang="en-IN"/>
        </a:p>
      </dgm:t>
    </dgm:pt>
    <dgm:pt modelId="{1DEC1F85-8FFB-4B9C-B3FF-3C0FA616245B}" type="sibTrans" cxnId="{6EBFE925-52DD-4378-90BB-60DED0FE910E}">
      <dgm:prSet/>
      <dgm:spPr/>
      <dgm:t>
        <a:bodyPr/>
        <a:lstStyle/>
        <a:p>
          <a:endParaRPr lang="en-IN"/>
        </a:p>
      </dgm:t>
    </dgm:pt>
    <dgm:pt modelId="{523D8723-66B9-423E-AFCE-90399D8D2B61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Data Ingestion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EE2BB7-2EC6-47E5-916C-3D522F522F2D}" type="parTrans" cxnId="{3FF1CEC1-BAC0-4B99-8160-CFAFE78D5807}">
      <dgm:prSet/>
      <dgm:spPr/>
      <dgm:t>
        <a:bodyPr/>
        <a:lstStyle/>
        <a:p>
          <a:endParaRPr lang="en-IN"/>
        </a:p>
      </dgm:t>
    </dgm:pt>
    <dgm:pt modelId="{80B41EF8-B614-4767-9E90-B0D522B6034A}" type="sibTrans" cxnId="{3FF1CEC1-BAC0-4B99-8160-CFAFE78D5807}">
      <dgm:prSet/>
      <dgm:spPr/>
      <dgm:t>
        <a:bodyPr/>
        <a:lstStyle/>
        <a:p>
          <a:endParaRPr lang="en-IN"/>
        </a:p>
      </dgm:t>
    </dgm:pt>
    <dgm:pt modelId="{0A88A474-CB50-41CD-9947-83FE6558AD40}">
      <dgm:prSet phldrT="[Text]" phldr="0"/>
      <dgm:spPr/>
      <dgm:t>
        <a:bodyPr/>
        <a:lstStyle/>
        <a:p>
          <a:endParaRPr lang="en-IN" dirty="0"/>
        </a:p>
      </dgm:t>
    </dgm:pt>
    <dgm:pt modelId="{8C915B4F-F4BF-458B-97F3-10DB1DD64EF5}" type="parTrans" cxnId="{66DD4CD8-A4E5-42BF-B38E-C0171089A502}">
      <dgm:prSet/>
      <dgm:spPr/>
      <dgm:t>
        <a:bodyPr/>
        <a:lstStyle/>
        <a:p>
          <a:endParaRPr lang="en-IN"/>
        </a:p>
      </dgm:t>
    </dgm:pt>
    <dgm:pt modelId="{CC83BDC5-C106-46A7-9DBA-78A825B95CEA}" type="sibTrans" cxnId="{66DD4CD8-A4E5-42BF-B38E-C0171089A502}">
      <dgm:prSet/>
      <dgm:spPr/>
      <dgm:t>
        <a:bodyPr/>
        <a:lstStyle/>
        <a:p>
          <a:endParaRPr lang="en-IN"/>
        </a:p>
      </dgm:t>
    </dgm:pt>
    <dgm:pt modelId="{B6454DD3-E737-4FEE-AA62-04C96CFC9FB0}">
      <dgm:prSet phldrT="[Text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Validation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22AE28-B8D1-4234-881E-C6D5089F589B}" type="parTrans" cxnId="{8A81A4E5-EE3B-4A3A-A27F-A0692F2175F2}">
      <dgm:prSet/>
      <dgm:spPr/>
      <dgm:t>
        <a:bodyPr/>
        <a:lstStyle/>
        <a:p>
          <a:endParaRPr lang="en-IN"/>
        </a:p>
      </dgm:t>
    </dgm:pt>
    <dgm:pt modelId="{5D9EABA4-AE70-42EC-B8BB-6930AB1D9530}" type="sibTrans" cxnId="{8A81A4E5-EE3B-4A3A-A27F-A0692F2175F2}">
      <dgm:prSet/>
      <dgm:spPr/>
      <dgm:t>
        <a:bodyPr/>
        <a:lstStyle/>
        <a:p>
          <a:endParaRPr lang="en-IN"/>
        </a:p>
      </dgm:t>
    </dgm:pt>
    <dgm:pt modelId="{AC254DE0-1677-435B-BD9F-EEDEC6161D1C}">
      <dgm:prSet phldrT="[Text]" phldr="0"/>
      <dgm:spPr/>
      <dgm:t>
        <a:bodyPr/>
        <a:lstStyle/>
        <a:p>
          <a:endParaRPr lang="en-IN" dirty="0"/>
        </a:p>
      </dgm:t>
    </dgm:pt>
    <dgm:pt modelId="{1BB1CEFF-1A7B-4BF2-9929-8A4809177261}" type="parTrans" cxnId="{D6EF38B9-1F02-4B26-AB3C-6D158566CC9E}">
      <dgm:prSet/>
      <dgm:spPr/>
      <dgm:t>
        <a:bodyPr/>
        <a:lstStyle/>
        <a:p>
          <a:endParaRPr lang="en-IN"/>
        </a:p>
      </dgm:t>
    </dgm:pt>
    <dgm:pt modelId="{3B1D35EF-4FAF-4903-84E8-04E01BDD0961}" type="sibTrans" cxnId="{D6EF38B9-1F02-4B26-AB3C-6D158566CC9E}">
      <dgm:prSet/>
      <dgm:spPr/>
      <dgm:t>
        <a:bodyPr/>
        <a:lstStyle/>
        <a:p>
          <a:endParaRPr lang="en-IN"/>
        </a:p>
      </dgm:t>
    </dgm:pt>
    <dgm:pt modelId="{78D7AB34-AA45-4F60-82AA-1B3FE6A02BF1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SQLite </a:t>
          </a:r>
          <a:r>
            <a:rPr lang="en-US" sz="28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dataBase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387E42-02CA-4D94-9BDF-D92DFA76F78D}" type="parTrans" cxnId="{1A6DEEA8-0CB5-48DD-A193-0970621632EE}">
      <dgm:prSet/>
      <dgm:spPr/>
      <dgm:t>
        <a:bodyPr/>
        <a:lstStyle/>
        <a:p>
          <a:endParaRPr lang="en-IN"/>
        </a:p>
      </dgm:t>
    </dgm:pt>
    <dgm:pt modelId="{0EE7A66A-639A-43B3-97E7-C1D3A4F5E97D}" type="sibTrans" cxnId="{1A6DEEA8-0CB5-48DD-A193-0970621632EE}">
      <dgm:prSet/>
      <dgm:spPr/>
      <dgm:t>
        <a:bodyPr/>
        <a:lstStyle/>
        <a:p>
          <a:endParaRPr lang="en-IN"/>
        </a:p>
      </dgm:t>
    </dgm:pt>
    <dgm:pt modelId="{D5009B13-9113-4671-8E91-C1904343A6D1}">
      <dgm:prSet phldrT="[Text]" phldr="0"/>
      <dgm:spPr/>
      <dgm:t>
        <a:bodyPr/>
        <a:lstStyle/>
        <a:p>
          <a:endParaRPr lang="en-IN" dirty="0"/>
        </a:p>
      </dgm:t>
    </dgm:pt>
    <dgm:pt modelId="{2EECB365-CEED-435C-AD3E-103D3631A50A}" type="parTrans" cxnId="{00C072D9-01A8-4BF8-B08E-A9E0CD010E1A}">
      <dgm:prSet/>
      <dgm:spPr/>
      <dgm:t>
        <a:bodyPr/>
        <a:lstStyle/>
        <a:p>
          <a:endParaRPr lang="en-IN"/>
        </a:p>
      </dgm:t>
    </dgm:pt>
    <dgm:pt modelId="{5DE61602-6C44-4944-8CBB-976D8A782F80}" type="sibTrans" cxnId="{00C072D9-01A8-4BF8-B08E-A9E0CD010E1A}">
      <dgm:prSet/>
      <dgm:spPr/>
      <dgm:t>
        <a:bodyPr/>
        <a:lstStyle/>
        <a:p>
          <a:endParaRPr lang="en-IN"/>
        </a:p>
      </dgm:t>
    </dgm:pt>
    <dgm:pt modelId="{0280BBB2-3B21-42D8-96DA-C24D8BF53F62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Analytics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C04E97-1072-43DD-8885-08C97B2F285F}" type="parTrans" cxnId="{63F8D21F-928F-45E8-921B-A7F43C8FC57E}">
      <dgm:prSet/>
      <dgm:spPr/>
      <dgm:t>
        <a:bodyPr/>
        <a:lstStyle/>
        <a:p>
          <a:endParaRPr lang="en-IN"/>
        </a:p>
      </dgm:t>
    </dgm:pt>
    <dgm:pt modelId="{88FA77D9-6D40-48DD-AA41-C17372DC9242}" type="sibTrans" cxnId="{63F8D21F-928F-45E8-921B-A7F43C8FC57E}">
      <dgm:prSet/>
      <dgm:spPr/>
      <dgm:t>
        <a:bodyPr/>
        <a:lstStyle/>
        <a:p>
          <a:endParaRPr lang="en-IN"/>
        </a:p>
      </dgm:t>
    </dgm:pt>
    <dgm:pt modelId="{3DCACB3D-1524-4F0E-8C3B-C7AA676B31F9}">
      <dgm:prSet phldrT="[Text]" phldr="0"/>
      <dgm:spPr/>
      <dgm:t>
        <a:bodyPr/>
        <a:lstStyle/>
        <a:p>
          <a:endParaRPr lang="en-IN" dirty="0"/>
        </a:p>
      </dgm:t>
    </dgm:pt>
    <dgm:pt modelId="{E24C15F9-03DA-4655-93FE-3D3C15369AF6}" type="parTrans" cxnId="{96D07785-8907-4A05-B3C5-4E2D69A43EB7}">
      <dgm:prSet/>
      <dgm:spPr/>
      <dgm:t>
        <a:bodyPr/>
        <a:lstStyle/>
        <a:p>
          <a:endParaRPr lang="en-IN"/>
        </a:p>
      </dgm:t>
    </dgm:pt>
    <dgm:pt modelId="{6D11BB97-2809-44B5-8E23-7229B4676869}" type="sibTrans" cxnId="{96D07785-8907-4A05-B3C5-4E2D69A43EB7}">
      <dgm:prSet/>
      <dgm:spPr/>
      <dgm:t>
        <a:bodyPr/>
        <a:lstStyle/>
        <a:p>
          <a:endParaRPr lang="en-IN"/>
        </a:p>
      </dgm:t>
    </dgm:pt>
    <dgm:pt modelId="{F1164D9D-74EC-4E55-84E8-E81EE20903F9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Power BI Dashboard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507BC5-B779-41AB-9827-03D7C366D595}" type="parTrans" cxnId="{839E3FB2-80D4-4BEE-9952-132A5DF08B2E}">
      <dgm:prSet/>
      <dgm:spPr/>
      <dgm:t>
        <a:bodyPr/>
        <a:lstStyle/>
        <a:p>
          <a:endParaRPr lang="en-IN"/>
        </a:p>
      </dgm:t>
    </dgm:pt>
    <dgm:pt modelId="{BECEFC73-A19D-4A56-A5FF-53DF0B0E7DED}" type="sibTrans" cxnId="{839E3FB2-80D4-4BEE-9952-132A5DF08B2E}">
      <dgm:prSet/>
      <dgm:spPr/>
      <dgm:t>
        <a:bodyPr/>
        <a:lstStyle/>
        <a:p>
          <a:endParaRPr lang="en-IN"/>
        </a:p>
      </dgm:t>
    </dgm:pt>
    <dgm:pt modelId="{CA3A44A5-DEA2-4381-9326-4E214FC32500}" type="pres">
      <dgm:prSet presAssocID="{4453D137-E2BB-4F06-A801-182EF2626463}" presName="linearFlow" presStyleCnt="0">
        <dgm:presLayoutVars>
          <dgm:dir/>
          <dgm:animLvl val="lvl"/>
          <dgm:resizeHandles val="exact"/>
        </dgm:presLayoutVars>
      </dgm:prSet>
      <dgm:spPr/>
    </dgm:pt>
    <dgm:pt modelId="{E7421A72-136C-4977-AAAE-AEFC192327A4}" type="pres">
      <dgm:prSet presAssocID="{838D8523-DE4F-4988-81CF-C396AE0806F3}" presName="composite" presStyleCnt="0"/>
      <dgm:spPr/>
    </dgm:pt>
    <dgm:pt modelId="{1C713DD0-A44D-450F-B577-5CC830CF8F15}" type="pres">
      <dgm:prSet presAssocID="{838D8523-DE4F-4988-81CF-C396AE0806F3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B5958618-12DD-4507-B6DA-FAB1BB7E192C}" type="pres">
      <dgm:prSet presAssocID="{838D8523-DE4F-4988-81CF-C396AE0806F3}" presName="descendantText" presStyleLbl="alignAcc1" presStyleIdx="0" presStyleCnt="6">
        <dgm:presLayoutVars>
          <dgm:bulletEnabled val="1"/>
        </dgm:presLayoutVars>
      </dgm:prSet>
      <dgm:spPr/>
    </dgm:pt>
    <dgm:pt modelId="{C74E0C81-FB1E-4C21-945F-4E09E4062859}" type="pres">
      <dgm:prSet presAssocID="{444DA76F-3E0E-47B1-8385-518C6D48B866}" presName="sp" presStyleCnt="0"/>
      <dgm:spPr/>
    </dgm:pt>
    <dgm:pt modelId="{D6BD52E0-02AD-40F4-AD3C-57CF4C1AD171}" type="pres">
      <dgm:prSet presAssocID="{38BF2015-10FE-41CE-8C31-5B2EC2E12B2F}" presName="composite" presStyleCnt="0"/>
      <dgm:spPr/>
    </dgm:pt>
    <dgm:pt modelId="{301F8A52-FED9-4D84-970F-BD9C893143F6}" type="pres">
      <dgm:prSet presAssocID="{38BF2015-10FE-41CE-8C31-5B2EC2E12B2F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33B0DA6E-45A1-4E6C-9F45-F14D5210B420}" type="pres">
      <dgm:prSet presAssocID="{38BF2015-10FE-41CE-8C31-5B2EC2E12B2F}" presName="descendantText" presStyleLbl="alignAcc1" presStyleIdx="1" presStyleCnt="6">
        <dgm:presLayoutVars>
          <dgm:bulletEnabled val="1"/>
        </dgm:presLayoutVars>
      </dgm:prSet>
      <dgm:spPr/>
    </dgm:pt>
    <dgm:pt modelId="{711E9D91-0C5B-4DBC-A2E9-A574C964B5FD}" type="pres">
      <dgm:prSet presAssocID="{1DEC1F85-8FFB-4B9C-B3FF-3C0FA616245B}" presName="sp" presStyleCnt="0"/>
      <dgm:spPr/>
    </dgm:pt>
    <dgm:pt modelId="{7C75EA5B-CB37-4CC1-A1E5-38BF046850B9}" type="pres">
      <dgm:prSet presAssocID="{0A88A474-CB50-41CD-9947-83FE6558AD40}" presName="composite" presStyleCnt="0"/>
      <dgm:spPr/>
    </dgm:pt>
    <dgm:pt modelId="{07926415-DE01-4AB0-A022-FD47762CA638}" type="pres">
      <dgm:prSet presAssocID="{0A88A474-CB50-41CD-9947-83FE6558AD40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C2C7FE6A-18D0-41D4-BFB4-C40252153FB4}" type="pres">
      <dgm:prSet presAssocID="{0A88A474-CB50-41CD-9947-83FE6558AD40}" presName="descendantText" presStyleLbl="alignAcc1" presStyleIdx="2" presStyleCnt="6">
        <dgm:presLayoutVars>
          <dgm:bulletEnabled val="1"/>
        </dgm:presLayoutVars>
      </dgm:prSet>
      <dgm:spPr/>
    </dgm:pt>
    <dgm:pt modelId="{88E1FA21-EDBF-4D48-98EE-4E20DA4B2B95}" type="pres">
      <dgm:prSet presAssocID="{CC83BDC5-C106-46A7-9DBA-78A825B95CEA}" presName="sp" presStyleCnt="0"/>
      <dgm:spPr/>
    </dgm:pt>
    <dgm:pt modelId="{676B29E4-8AD0-4AFC-B682-181FC94B85D6}" type="pres">
      <dgm:prSet presAssocID="{AC254DE0-1677-435B-BD9F-EEDEC6161D1C}" presName="composite" presStyleCnt="0"/>
      <dgm:spPr/>
    </dgm:pt>
    <dgm:pt modelId="{17404B6F-0C2B-433F-AB0C-1E6C1776E6BE}" type="pres">
      <dgm:prSet presAssocID="{AC254DE0-1677-435B-BD9F-EEDEC6161D1C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F10F82E6-D0B3-43A5-B896-1A67BF23848B}" type="pres">
      <dgm:prSet presAssocID="{AC254DE0-1677-435B-BD9F-EEDEC6161D1C}" presName="descendantText" presStyleLbl="alignAcc1" presStyleIdx="3" presStyleCnt="6">
        <dgm:presLayoutVars>
          <dgm:bulletEnabled val="1"/>
        </dgm:presLayoutVars>
      </dgm:prSet>
      <dgm:spPr/>
    </dgm:pt>
    <dgm:pt modelId="{51835EB9-5D49-4F29-B2BA-59719DD6AA58}" type="pres">
      <dgm:prSet presAssocID="{3B1D35EF-4FAF-4903-84E8-04E01BDD0961}" presName="sp" presStyleCnt="0"/>
      <dgm:spPr/>
    </dgm:pt>
    <dgm:pt modelId="{8C17C928-4054-4A3D-B1F4-788DC1745E33}" type="pres">
      <dgm:prSet presAssocID="{D5009B13-9113-4671-8E91-C1904343A6D1}" presName="composite" presStyleCnt="0"/>
      <dgm:spPr/>
    </dgm:pt>
    <dgm:pt modelId="{DF9284DC-6004-45A1-AD08-EC8350DF0EAD}" type="pres">
      <dgm:prSet presAssocID="{D5009B13-9113-4671-8E91-C1904343A6D1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080040EA-40D4-436E-B94C-A2DB432FE4AA}" type="pres">
      <dgm:prSet presAssocID="{D5009B13-9113-4671-8E91-C1904343A6D1}" presName="descendantText" presStyleLbl="alignAcc1" presStyleIdx="4" presStyleCnt="6">
        <dgm:presLayoutVars>
          <dgm:bulletEnabled val="1"/>
        </dgm:presLayoutVars>
      </dgm:prSet>
      <dgm:spPr/>
    </dgm:pt>
    <dgm:pt modelId="{6F38D08D-4579-45AD-B6EF-302983D0194C}" type="pres">
      <dgm:prSet presAssocID="{5DE61602-6C44-4944-8CBB-976D8A782F80}" presName="sp" presStyleCnt="0"/>
      <dgm:spPr/>
    </dgm:pt>
    <dgm:pt modelId="{2112540B-D5A2-4552-8FAF-EA7296DC0449}" type="pres">
      <dgm:prSet presAssocID="{3DCACB3D-1524-4F0E-8C3B-C7AA676B31F9}" presName="composite" presStyleCnt="0"/>
      <dgm:spPr/>
    </dgm:pt>
    <dgm:pt modelId="{06A8F86B-91E5-42F0-9E5F-A6F6096F205E}" type="pres">
      <dgm:prSet presAssocID="{3DCACB3D-1524-4F0E-8C3B-C7AA676B31F9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D3695276-3E29-4B61-87DB-F6394CACF828}" type="pres">
      <dgm:prSet presAssocID="{3DCACB3D-1524-4F0E-8C3B-C7AA676B31F9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ABC99105-3490-4481-BD34-687C9BCE0D31}" type="presOf" srcId="{38BF2015-10FE-41CE-8C31-5B2EC2E12B2F}" destId="{301F8A52-FED9-4D84-970F-BD9C893143F6}" srcOrd="0" destOrd="0" presId="urn:microsoft.com/office/officeart/2005/8/layout/chevron2"/>
    <dgm:cxn modelId="{1263AA12-0E3E-4692-A0E7-AFF590A6296D}" type="presOf" srcId="{191B6221-AE60-4C08-9126-7D35C8B6906D}" destId="{B5958618-12DD-4507-B6DA-FAB1BB7E192C}" srcOrd="0" destOrd="0" presId="urn:microsoft.com/office/officeart/2005/8/layout/chevron2"/>
    <dgm:cxn modelId="{FC65FB17-A3F3-4272-8B7F-033368C759ED}" type="presOf" srcId="{D5009B13-9113-4671-8E91-C1904343A6D1}" destId="{DF9284DC-6004-45A1-AD08-EC8350DF0EAD}" srcOrd="0" destOrd="0" presId="urn:microsoft.com/office/officeart/2005/8/layout/chevron2"/>
    <dgm:cxn modelId="{63F8D21F-928F-45E8-921B-A7F43C8FC57E}" srcId="{D5009B13-9113-4671-8E91-C1904343A6D1}" destId="{0280BBB2-3B21-42D8-96DA-C24D8BF53F62}" srcOrd="0" destOrd="0" parTransId="{7FC04E97-1072-43DD-8885-08C97B2F285F}" sibTransId="{88FA77D9-6D40-48DD-AA41-C17372DC9242}"/>
    <dgm:cxn modelId="{6EBFE925-52DD-4378-90BB-60DED0FE910E}" srcId="{4453D137-E2BB-4F06-A801-182EF2626463}" destId="{38BF2015-10FE-41CE-8C31-5B2EC2E12B2F}" srcOrd="1" destOrd="0" parTransId="{0DCFABC6-FD79-4EBE-AEA8-707D7FAFD595}" sibTransId="{1DEC1F85-8FFB-4B9C-B3FF-3C0FA616245B}"/>
    <dgm:cxn modelId="{7C5C5C28-E747-4D30-B3D9-418F78F402D0}" srcId="{838D8523-DE4F-4988-81CF-C396AE0806F3}" destId="{191B6221-AE60-4C08-9126-7D35C8B6906D}" srcOrd="0" destOrd="0" parTransId="{72639FC8-4898-4AAE-9FB1-E6193AD8500C}" sibTransId="{E03F8173-5686-4080-A750-915C9FC2DE77}"/>
    <dgm:cxn modelId="{6D389A2F-0C85-49A8-8739-10FF412172CC}" srcId="{4453D137-E2BB-4F06-A801-182EF2626463}" destId="{838D8523-DE4F-4988-81CF-C396AE0806F3}" srcOrd="0" destOrd="0" parTransId="{183AC8B6-1DC0-4FBA-8318-654AAB2DB6A5}" sibTransId="{444DA76F-3E0E-47B1-8385-518C6D48B866}"/>
    <dgm:cxn modelId="{C0C1D23D-304F-4935-9BF8-92E63E57076C}" type="presOf" srcId="{78D7AB34-AA45-4F60-82AA-1B3FE6A02BF1}" destId="{F10F82E6-D0B3-43A5-B896-1A67BF23848B}" srcOrd="0" destOrd="0" presId="urn:microsoft.com/office/officeart/2005/8/layout/chevron2"/>
    <dgm:cxn modelId="{3C70523F-B7F6-461F-81D6-3160526E1F3C}" type="presOf" srcId="{4453D137-E2BB-4F06-A801-182EF2626463}" destId="{CA3A44A5-DEA2-4381-9326-4E214FC32500}" srcOrd="0" destOrd="0" presId="urn:microsoft.com/office/officeart/2005/8/layout/chevron2"/>
    <dgm:cxn modelId="{1EC90460-D9B4-42E5-884F-8B3BEFDDBCAB}" type="presOf" srcId="{523D8723-66B9-423E-AFCE-90399D8D2B61}" destId="{33B0DA6E-45A1-4E6C-9F45-F14D5210B420}" srcOrd="0" destOrd="0" presId="urn:microsoft.com/office/officeart/2005/8/layout/chevron2"/>
    <dgm:cxn modelId="{0B244743-564D-4410-8757-4B668343FB7F}" type="presOf" srcId="{3DCACB3D-1524-4F0E-8C3B-C7AA676B31F9}" destId="{06A8F86B-91E5-42F0-9E5F-A6F6096F205E}" srcOrd="0" destOrd="0" presId="urn:microsoft.com/office/officeart/2005/8/layout/chevron2"/>
    <dgm:cxn modelId="{8468B745-64D4-40FA-9C8F-F43572DA2255}" type="presOf" srcId="{0280BBB2-3B21-42D8-96DA-C24D8BF53F62}" destId="{080040EA-40D4-436E-B94C-A2DB432FE4AA}" srcOrd="0" destOrd="0" presId="urn:microsoft.com/office/officeart/2005/8/layout/chevron2"/>
    <dgm:cxn modelId="{40AD7D4E-AC9A-4C51-B7D1-FD7CBE3858F4}" type="presOf" srcId="{AC254DE0-1677-435B-BD9F-EEDEC6161D1C}" destId="{17404B6F-0C2B-433F-AB0C-1E6C1776E6BE}" srcOrd="0" destOrd="0" presId="urn:microsoft.com/office/officeart/2005/8/layout/chevron2"/>
    <dgm:cxn modelId="{96D07785-8907-4A05-B3C5-4E2D69A43EB7}" srcId="{4453D137-E2BB-4F06-A801-182EF2626463}" destId="{3DCACB3D-1524-4F0E-8C3B-C7AA676B31F9}" srcOrd="5" destOrd="0" parTransId="{E24C15F9-03DA-4655-93FE-3D3C15369AF6}" sibTransId="{6D11BB97-2809-44B5-8E23-7229B4676869}"/>
    <dgm:cxn modelId="{913D6086-326C-47E1-BFEB-963A036A7214}" type="presOf" srcId="{0A88A474-CB50-41CD-9947-83FE6558AD40}" destId="{07926415-DE01-4AB0-A022-FD47762CA638}" srcOrd="0" destOrd="0" presId="urn:microsoft.com/office/officeart/2005/8/layout/chevron2"/>
    <dgm:cxn modelId="{C7CBDEA7-A5D0-469B-82FB-4C698173414F}" type="presOf" srcId="{B6454DD3-E737-4FEE-AA62-04C96CFC9FB0}" destId="{C2C7FE6A-18D0-41D4-BFB4-C40252153FB4}" srcOrd="0" destOrd="0" presId="urn:microsoft.com/office/officeart/2005/8/layout/chevron2"/>
    <dgm:cxn modelId="{1A6DEEA8-0CB5-48DD-A193-0970621632EE}" srcId="{AC254DE0-1677-435B-BD9F-EEDEC6161D1C}" destId="{78D7AB34-AA45-4F60-82AA-1B3FE6A02BF1}" srcOrd="0" destOrd="0" parTransId="{0A387E42-02CA-4D94-9BDF-D92DFA76F78D}" sibTransId="{0EE7A66A-639A-43B3-97E7-C1D3A4F5E97D}"/>
    <dgm:cxn modelId="{839E3FB2-80D4-4BEE-9952-132A5DF08B2E}" srcId="{3DCACB3D-1524-4F0E-8C3B-C7AA676B31F9}" destId="{F1164D9D-74EC-4E55-84E8-E81EE20903F9}" srcOrd="0" destOrd="0" parTransId="{E6507BC5-B779-41AB-9827-03D7C366D595}" sibTransId="{BECEFC73-A19D-4A56-A5FF-53DF0B0E7DED}"/>
    <dgm:cxn modelId="{D6EF38B9-1F02-4B26-AB3C-6D158566CC9E}" srcId="{4453D137-E2BB-4F06-A801-182EF2626463}" destId="{AC254DE0-1677-435B-BD9F-EEDEC6161D1C}" srcOrd="3" destOrd="0" parTransId="{1BB1CEFF-1A7B-4BF2-9929-8A4809177261}" sibTransId="{3B1D35EF-4FAF-4903-84E8-04E01BDD0961}"/>
    <dgm:cxn modelId="{3FF1CEC1-BAC0-4B99-8160-CFAFE78D5807}" srcId="{38BF2015-10FE-41CE-8C31-5B2EC2E12B2F}" destId="{523D8723-66B9-423E-AFCE-90399D8D2B61}" srcOrd="0" destOrd="0" parTransId="{4CEE2BB7-2EC6-47E5-916C-3D522F522F2D}" sibTransId="{80B41EF8-B614-4767-9E90-B0D522B6034A}"/>
    <dgm:cxn modelId="{66DD4CD8-A4E5-42BF-B38E-C0171089A502}" srcId="{4453D137-E2BB-4F06-A801-182EF2626463}" destId="{0A88A474-CB50-41CD-9947-83FE6558AD40}" srcOrd="2" destOrd="0" parTransId="{8C915B4F-F4BF-458B-97F3-10DB1DD64EF5}" sibTransId="{CC83BDC5-C106-46A7-9DBA-78A825B95CEA}"/>
    <dgm:cxn modelId="{00C072D9-01A8-4BF8-B08E-A9E0CD010E1A}" srcId="{4453D137-E2BB-4F06-A801-182EF2626463}" destId="{D5009B13-9113-4671-8E91-C1904343A6D1}" srcOrd="4" destOrd="0" parTransId="{2EECB365-CEED-435C-AD3E-103D3631A50A}" sibTransId="{5DE61602-6C44-4944-8CBB-976D8A782F80}"/>
    <dgm:cxn modelId="{8A81A4E5-EE3B-4A3A-A27F-A0692F2175F2}" srcId="{0A88A474-CB50-41CD-9947-83FE6558AD40}" destId="{B6454DD3-E737-4FEE-AA62-04C96CFC9FB0}" srcOrd="0" destOrd="0" parTransId="{5022AE28-B8D1-4234-881E-C6D5089F589B}" sibTransId="{5D9EABA4-AE70-42EC-B8BB-6930AB1D9530}"/>
    <dgm:cxn modelId="{D3FDCFEB-ABA1-46FE-B606-F9F42FCBB2FB}" type="presOf" srcId="{838D8523-DE4F-4988-81CF-C396AE0806F3}" destId="{1C713DD0-A44D-450F-B577-5CC830CF8F15}" srcOrd="0" destOrd="0" presId="urn:microsoft.com/office/officeart/2005/8/layout/chevron2"/>
    <dgm:cxn modelId="{261926F2-8CDE-4FF7-82AB-87B1AD7D54CF}" type="presOf" srcId="{F1164D9D-74EC-4E55-84E8-E81EE20903F9}" destId="{D3695276-3E29-4B61-87DB-F6394CACF828}" srcOrd="0" destOrd="0" presId="urn:microsoft.com/office/officeart/2005/8/layout/chevron2"/>
    <dgm:cxn modelId="{8CCBE2BE-2289-4379-BAA9-C20390095029}" type="presParOf" srcId="{CA3A44A5-DEA2-4381-9326-4E214FC32500}" destId="{E7421A72-136C-4977-AAAE-AEFC192327A4}" srcOrd="0" destOrd="0" presId="urn:microsoft.com/office/officeart/2005/8/layout/chevron2"/>
    <dgm:cxn modelId="{2951C673-B2EF-4075-B421-EE82D3045C29}" type="presParOf" srcId="{E7421A72-136C-4977-AAAE-AEFC192327A4}" destId="{1C713DD0-A44D-450F-B577-5CC830CF8F15}" srcOrd="0" destOrd="0" presId="urn:microsoft.com/office/officeart/2005/8/layout/chevron2"/>
    <dgm:cxn modelId="{09EA007F-E34B-474B-ABEE-D0FE67595A60}" type="presParOf" srcId="{E7421A72-136C-4977-AAAE-AEFC192327A4}" destId="{B5958618-12DD-4507-B6DA-FAB1BB7E192C}" srcOrd="1" destOrd="0" presId="urn:microsoft.com/office/officeart/2005/8/layout/chevron2"/>
    <dgm:cxn modelId="{AC7AEE4C-C71B-4A59-BED4-1988C92E7F85}" type="presParOf" srcId="{CA3A44A5-DEA2-4381-9326-4E214FC32500}" destId="{C74E0C81-FB1E-4C21-945F-4E09E4062859}" srcOrd="1" destOrd="0" presId="urn:microsoft.com/office/officeart/2005/8/layout/chevron2"/>
    <dgm:cxn modelId="{7FB53FF5-2509-427C-926A-4E4A6DB33520}" type="presParOf" srcId="{CA3A44A5-DEA2-4381-9326-4E214FC32500}" destId="{D6BD52E0-02AD-40F4-AD3C-57CF4C1AD171}" srcOrd="2" destOrd="0" presId="urn:microsoft.com/office/officeart/2005/8/layout/chevron2"/>
    <dgm:cxn modelId="{52FF3BEA-8986-4D18-9032-68405CA5D4BA}" type="presParOf" srcId="{D6BD52E0-02AD-40F4-AD3C-57CF4C1AD171}" destId="{301F8A52-FED9-4D84-970F-BD9C893143F6}" srcOrd="0" destOrd="0" presId="urn:microsoft.com/office/officeart/2005/8/layout/chevron2"/>
    <dgm:cxn modelId="{17D95745-70E3-495E-A4FE-C1AFE69173B3}" type="presParOf" srcId="{D6BD52E0-02AD-40F4-AD3C-57CF4C1AD171}" destId="{33B0DA6E-45A1-4E6C-9F45-F14D5210B420}" srcOrd="1" destOrd="0" presId="urn:microsoft.com/office/officeart/2005/8/layout/chevron2"/>
    <dgm:cxn modelId="{F77357BA-CA66-4248-A8B1-5E5E87BAB445}" type="presParOf" srcId="{CA3A44A5-DEA2-4381-9326-4E214FC32500}" destId="{711E9D91-0C5B-4DBC-A2E9-A574C964B5FD}" srcOrd="3" destOrd="0" presId="urn:microsoft.com/office/officeart/2005/8/layout/chevron2"/>
    <dgm:cxn modelId="{1B8ADABF-0429-41EA-98B1-D280157C235C}" type="presParOf" srcId="{CA3A44A5-DEA2-4381-9326-4E214FC32500}" destId="{7C75EA5B-CB37-4CC1-A1E5-38BF046850B9}" srcOrd="4" destOrd="0" presId="urn:microsoft.com/office/officeart/2005/8/layout/chevron2"/>
    <dgm:cxn modelId="{569E0D00-3CA5-494D-B0B6-2653F0DBA892}" type="presParOf" srcId="{7C75EA5B-CB37-4CC1-A1E5-38BF046850B9}" destId="{07926415-DE01-4AB0-A022-FD47762CA638}" srcOrd="0" destOrd="0" presId="urn:microsoft.com/office/officeart/2005/8/layout/chevron2"/>
    <dgm:cxn modelId="{A2309F2F-2097-40D2-865E-80425C20E237}" type="presParOf" srcId="{7C75EA5B-CB37-4CC1-A1E5-38BF046850B9}" destId="{C2C7FE6A-18D0-41D4-BFB4-C40252153FB4}" srcOrd="1" destOrd="0" presId="urn:microsoft.com/office/officeart/2005/8/layout/chevron2"/>
    <dgm:cxn modelId="{997276D9-FAF0-44DA-8732-0AD6EA1B77CB}" type="presParOf" srcId="{CA3A44A5-DEA2-4381-9326-4E214FC32500}" destId="{88E1FA21-EDBF-4D48-98EE-4E20DA4B2B95}" srcOrd="5" destOrd="0" presId="urn:microsoft.com/office/officeart/2005/8/layout/chevron2"/>
    <dgm:cxn modelId="{A1D9FE32-2549-4683-8501-A18EDC619294}" type="presParOf" srcId="{CA3A44A5-DEA2-4381-9326-4E214FC32500}" destId="{676B29E4-8AD0-4AFC-B682-181FC94B85D6}" srcOrd="6" destOrd="0" presId="urn:microsoft.com/office/officeart/2005/8/layout/chevron2"/>
    <dgm:cxn modelId="{B0C6EC67-2B7A-4996-B18A-54A594D481EF}" type="presParOf" srcId="{676B29E4-8AD0-4AFC-B682-181FC94B85D6}" destId="{17404B6F-0C2B-433F-AB0C-1E6C1776E6BE}" srcOrd="0" destOrd="0" presId="urn:microsoft.com/office/officeart/2005/8/layout/chevron2"/>
    <dgm:cxn modelId="{DF00E785-12D5-4EA9-9551-DC08E2F211D4}" type="presParOf" srcId="{676B29E4-8AD0-4AFC-B682-181FC94B85D6}" destId="{F10F82E6-D0B3-43A5-B896-1A67BF23848B}" srcOrd="1" destOrd="0" presId="urn:microsoft.com/office/officeart/2005/8/layout/chevron2"/>
    <dgm:cxn modelId="{A5E61817-1D77-4D90-9D6C-4FDEC75DA7D9}" type="presParOf" srcId="{CA3A44A5-DEA2-4381-9326-4E214FC32500}" destId="{51835EB9-5D49-4F29-B2BA-59719DD6AA58}" srcOrd="7" destOrd="0" presId="urn:microsoft.com/office/officeart/2005/8/layout/chevron2"/>
    <dgm:cxn modelId="{6E68F639-425B-4943-9F72-49BC6209165A}" type="presParOf" srcId="{CA3A44A5-DEA2-4381-9326-4E214FC32500}" destId="{8C17C928-4054-4A3D-B1F4-788DC1745E33}" srcOrd="8" destOrd="0" presId="urn:microsoft.com/office/officeart/2005/8/layout/chevron2"/>
    <dgm:cxn modelId="{882B74B6-CECE-42E7-A72D-4BD3155224C9}" type="presParOf" srcId="{8C17C928-4054-4A3D-B1F4-788DC1745E33}" destId="{DF9284DC-6004-45A1-AD08-EC8350DF0EAD}" srcOrd="0" destOrd="0" presId="urn:microsoft.com/office/officeart/2005/8/layout/chevron2"/>
    <dgm:cxn modelId="{4C88CE1C-7AB6-4027-8838-E614302691BA}" type="presParOf" srcId="{8C17C928-4054-4A3D-B1F4-788DC1745E33}" destId="{080040EA-40D4-436E-B94C-A2DB432FE4AA}" srcOrd="1" destOrd="0" presId="urn:microsoft.com/office/officeart/2005/8/layout/chevron2"/>
    <dgm:cxn modelId="{4C59B4D8-3F63-43F4-BD2D-BBB366981A84}" type="presParOf" srcId="{CA3A44A5-DEA2-4381-9326-4E214FC32500}" destId="{6F38D08D-4579-45AD-B6EF-302983D0194C}" srcOrd="9" destOrd="0" presId="urn:microsoft.com/office/officeart/2005/8/layout/chevron2"/>
    <dgm:cxn modelId="{385EE9A8-6B37-4F70-B991-C4AE3112EDC4}" type="presParOf" srcId="{CA3A44A5-DEA2-4381-9326-4E214FC32500}" destId="{2112540B-D5A2-4552-8FAF-EA7296DC0449}" srcOrd="10" destOrd="0" presId="urn:microsoft.com/office/officeart/2005/8/layout/chevron2"/>
    <dgm:cxn modelId="{C07DF047-735E-4A2F-AA9E-1417F65D3314}" type="presParOf" srcId="{2112540B-D5A2-4552-8FAF-EA7296DC0449}" destId="{06A8F86B-91E5-42F0-9E5F-A6F6096F205E}" srcOrd="0" destOrd="0" presId="urn:microsoft.com/office/officeart/2005/8/layout/chevron2"/>
    <dgm:cxn modelId="{7A557EB5-69EF-4FCB-8BAD-815FB5B8808B}" type="presParOf" srcId="{2112540B-D5A2-4552-8FAF-EA7296DC0449}" destId="{D3695276-3E29-4B61-87DB-F6394CACF82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713DD0-A44D-450F-B577-5CC830CF8F15}">
      <dsp:nvSpPr>
        <dsp:cNvPr id="0" name=""/>
        <dsp:cNvSpPr/>
      </dsp:nvSpPr>
      <dsp:spPr>
        <a:xfrm rot="5400000">
          <a:off x="-124047" y="125310"/>
          <a:ext cx="826982" cy="578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-5400000">
        <a:off x="1" y="290707"/>
        <a:ext cx="578887" cy="248095"/>
      </dsp:txXfrm>
    </dsp:sp>
    <dsp:sp modelId="{B5958618-12DD-4507-B6DA-FAB1BB7E192C}">
      <dsp:nvSpPr>
        <dsp:cNvPr id="0" name=""/>
        <dsp:cNvSpPr/>
      </dsp:nvSpPr>
      <dsp:spPr>
        <a:xfrm rot="5400000">
          <a:off x="4609061" y="-4028910"/>
          <a:ext cx="537538" cy="85978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Raw Data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8887" y="27504"/>
        <a:ext cx="8571646" cy="485058"/>
      </dsp:txXfrm>
    </dsp:sp>
    <dsp:sp modelId="{301F8A52-FED9-4D84-970F-BD9C893143F6}">
      <dsp:nvSpPr>
        <dsp:cNvPr id="0" name=""/>
        <dsp:cNvSpPr/>
      </dsp:nvSpPr>
      <dsp:spPr>
        <a:xfrm rot="5400000">
          <a:off x="-124047" y="853160"/>
          <a:ext cx="826982" cy="578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-5400000">
        <a:off x="1" y="1018557"/>
        <a:ext cx="578887" cy="248095"/>
      </dsp:txXfrm>
    </dsp:sp>
    <dsp:sp modelId="{33B0DA6E-45A1-4E6C-9F45-F14D5210B420}">
      <dsp:nvSpPr>
        <dsp:cNvPr id="0" name=""/>
        <dsp:cNvSpPr/>
      </dsp:nvSpPr>
      <dsp:spPr>
        <a:xfrm rot="5400000">
          <a:off x="4609061" y="-3301060"/>
          <a:ext cx="537538" cy="85978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Ingestion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8887" y="755354"/>
        <a:ext cx="8571646" cy="485058"/>
      </dsp:txXfrm>
    </dsp:sp>
    <dsp:sp modelId="{07926415-DE01-4AB0-A022-FD47762CA638}">
      <dsp:nvSpPr>
        <dsp:cNvPr id="0" name=""/>
        <dsp:cNvSpPr/>
      </dsp:nvSpPr>
      <dsp:spPr>
        <a:xfrm rot="5400000">
          <a:off x="-124047" y="1581011"/>
          <a:ext cx="826982" cy="578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-5400000">
        <a:off x="1" y="1746408"/>
        <a:ext cx="578887" cy="248095"/>
      </dsp:txXfrm>
    </dsp:sp>
    <dsp:sp modelId="{C2C7FE6A-18D0-41D4-BFB4-C40252153FB4}">
      <dsp:nvSpPr>
        <dsp:cNvPr id="0" name=""/>
        <dsp:cNvSpPr/>
      </dsp:nvSpPr>
      <dsp:spPr>
        <a:xfrm rot="5400000">
          <a:off x="4609061" y="-2573209"/>
          <a:ext cx="537538" cy="85978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Validation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8887" y="1483205"/>
        <a:ext cx="8571646" cy="485058"/>
      </dsp:txXfrm>
    </dsp:sp>
    <dsp:sp modelId="{17404B6F-0C2B-433F-AB0C-1E6C1776E6BE}">
      <dsp:nvSpPr>
        <dsp:cNvPr id="0" name=""/>
        <dsp:cNvSpPr/>
      </dsp:nvSpPr>
      <dsp:spPr>
        <a:xfrm rot="5400000">
          <a:off x="-124047" y="2308861"/>
          <a:ext cx="826982" cy="578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-5400000">
        <a:off x="1" y="2474258"/>
        <a:ext cx="578887" cy="248095"/>
      </dsp:txXfrm>
    </dsp:sp>
    <dsp:sp modelId="{F10F82E6-D0B3-43A5-B896-1A67BF23848B}">
      <dsp:nvSpPr>
        <dsp:cNvPr id="0" name=""/>
        <dsp:cNvSpPr/>
      </dsp:nvSpPr>
      <dsp:spPr>
        <a:xfrm rot="5400000">
          <a:off x="4609061" y="-1845359"/>
          <a:ext cx="537538" cy="85978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SQLite </a:t>
          </a:r>
          <a:r>
            <a:rPr lang="en-US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dataBase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8887" y="2211055"/>
        <a:ext cx="8571646" cy="485058"/>
      </dsp:txXfrm>
    </dsp:sp>
    <dsp:sp modelId="{DF9284DC-6004-45A1-AD08-EC8350DF0EAD}">
      <dsp:nvSpPr>
        <dsp:cNvPr id="0" name=""/>
        <dsp:cNvSpPr/>
      </dsp:nvSpPr>
      <dsp:spPr>
        <a:xfrm rot="5400000">
          <a:off x="-124047" y="3036712"/>
          <a:ext cx="826982" cy="578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-5400000">
        <a:off x="1" y="3202109"/>
        <a:ext cx="578887" cy="248095"/>
      </dsp:txXfrm>
    </dsp:sp>
    <dsp:sp modelId="{080040EA-40D4-436E-B94C-A2DB432FE4AA}">
      <dsp:nvSpPr>
        <dsp:cNvPr id="0" name=""/>
        <dsp:cNvSpPr/>
      </dsp:nvSpPr>
      <dsp:spPr>
        <a:xfrm rot="5400000">
          <a:off x="4609061" y="-1117508"/>
          <a:ext cx="537538" cy="85978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Analytics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8887" y="2938906"/>
        <a:ext cx="8571646" cy="485058"/>
      </dsp:txXfrm>
    </dsp:sp>
    <dsp:sp modelId="{06A8F86B-91E5-42F0-9E5F-A6F6096F205E}">
      <dsp:nvSpPr>
        <dsp:cNvPr id="0" name=""/>
        <dsp:cNvSpPr/>
      </dsp:nvSpPr>
      <dsp:spPr>
        <a:xfrm rot="5400000">
          <a:off x="-124047" y="3764562"/>
          <a:ext cx="826982" cy="5788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 rot="-5400000">
        <a:off x="1" y="3929959"/>
        <a:ext cx="578887" cy="248095"/>
      </dsp:txXfrm>
    </dsp:sp>
    <dsp:sp modelId="{D3695276-3E29-4B61-87DB-F6394CACF828}">
      <dsp:nvSpPr>
        <dsp:cNvPr id="0" name=""/>
        <dsp:cNvSpPr/>
      </dsp:nvSpPr>
      <dsp:spPr>
        <a:xfrm rot="5400000">
          <a:off x="4609061" y="-389658"/>
          <a:ext cx="537538" cy="859788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Power BI Dashboard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78887" y="3666756"/>
        <a:ext cx="8571646" cy="485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B4B06-383B-4471-B18E-2FE84E316958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4CA1F-04D1-46D1-8878-EBE71C186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54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504B-C978-3F53-8BC2-BB2239EAB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9605C-2F60-1C82-59DD-9674B6222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C55F1-2126-9991-1B77-32E8A2AA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B671D-AF77-9524-CBE0-160B7432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0F0E-C076-D06D-693E-1BC8EF543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0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4A54-A5DB-E250-189A-C114AF55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939ED-18C1-95B6-5FC7-8E16A1E13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EC3CF-5BD7-D912-2208-04482166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9C5FD-F9CD-7615-0F88-E44F9D5F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CBE8-6AD1-D037-1ADF-6EDE306D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60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FB9D6-E1C3-29E8-B50C-E528AF94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BA800-BBC3-6F33-DE1C-4C0618940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F80C-9BBD-5ACD-4BAE-58A257823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A6A47-D445-1482-3A2B-EEF25195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D0023-2E62-A17C-4B3A-C0F939B9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21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3470-3C91-8ABA-9CFD-7E975237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BD8D-7EF5-554B-460D-C1C5D4730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C9151-C063-8645-9D89-8D932D209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6D834-7C8C-1A15-0EEB-041EE40A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E4F57-B8E3-DE3D-4C3B-DB43AB76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04CC7-C8D5-90F9-48DC-7AC46794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35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B655-1135-A5E1-4CD8-BC221F91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AF0AD-130A-E60B-FB76-D72786CAE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B748B-A434-0A29-C7EC-9A8D2B53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A48E4-6D27-81DD-B0E4-EE703713C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F9B6C1-467E-E810-2B77-0B01AAAB2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AF0B8E-0888-53F4-63A7-3E0FE6BB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AF6F88-D696-8D68-5167-8AE82D67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04010-8556-5E26-7553-7E288819D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57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3B38-F00B-904B-E25C-00A1EEE0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042E8-2AEA-9EDA-D918-DCB0955B3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D5AD6-C34A-4399-3D0C-B2F4C45C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97824-8B3B-B3F9-0E96-745EAE99F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82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24CC9-6378-D872-D0B7-7F3F8778E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D936C-3A85-167E-E672-DE32E2B7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CDE0-A54E-D0A0-A0F2-B352F05B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33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713-4210-EC2A-5C26-3E84212A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6B1F7-F815-02AF-CC1F-E1FAC4123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8D651-858E-8EB2-72DF-0D2210006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17459-B741-AA55-17B9-446402639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EDBC7-B422-2D45-623C-5EFB7BC8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B49EE-7FB7-8096-2312-8148AA09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7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7D54-C44D-5D2C-7B3E-1E39627E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4F319-BB67-0DBF-46FF-527954759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DEA59-2199-2B9D-E8D9-5E6FEA15E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BECAB-016A-17D3-8DC8-1B41C230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D7BD1-1926-3BF6-C553-5FCC4BA5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8E177-C914-069F-6F1F-90BF1B0E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82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776B-9852-95E5-FF14-A5B05ED8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CF67C-5B65-F7A5-0A19-716DA8319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93BD1-BB89-247A-DF41-9D2ACFA5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C929F-C964-9202-54B9-07206E47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64162-FE8F-4678-9925-63FD3A43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029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8D8A28-2A43-3609-FA78-063A87AEE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C7BB4-F101-BDFC-99EC-E6C126644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C3A10-CE3C-C4BE-8639-F9E1D6642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E5DFF-EAF8-4916-9F30-5C1E7A76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420E5-E1E3-9174-77E1-4A1607F8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550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DAA37C-A022-341A-30E3-7C0D64F5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811B0-06CC-2BEB-B732-C840CFA61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50B79-B0EE-20B9-0504-759F5690A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3500B-0D72-4860-ADA0-8FFC9BF66FC4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42D21-C82D-F05B-1950-7241D0FEB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F8EB1-6969-C536-83E9-A49EC3AA3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202F4-76F6-4B3F-8363-BC927EF546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9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2EDF-5031-B187-0AD7-B2FBF7DE83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Mutual Fund Analytics Capstone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DECB8-ADDF-3549-EE9F-2D114BB324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Shriti Sharma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| SQLite |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| Power BI | GitHub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18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6D39-C09E-3847-A0F7-21422380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>
            <a:norm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&amp;Objectives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2188-D83F-12F8-9457-5166142DB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012"/>
            <a:ext cx="11284974" cy="5523987"/>
          </a:xfrm>
        </p:spPr>
        <p:txBody>
          <a:bodyPr>
            <a:no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--Analyze mutual fund performance , investor behavior, portfolio risk, and SIP trends using data analytics and business intelligence techniques.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-Build an ETL pipeline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-Perform Exploratory Data Analytics(EDA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-Calculate performance metrics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metrics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-Study investor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-Develop interactive Power BI dashboards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-Generate actionable business insights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64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B279-F651-BFF1-7A92-5E2D8758FC3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E9684-2E46-5FAA-23FD-1E5D6095E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049000" cy="6089733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  <a:p>
            <a:pPr marL="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Master 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Information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History 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Analysis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History 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  <a:p>
            <a:pPr marL="0" indent="0">
              <a:buNone/>
            </a:pP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Portfolio Holding Dataset 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HHI Analysis</a:t>
            </a:r>
          </a:p>
          <a:p>
            <a:pPr marL="0" indent="0">
              <a:buNone/>
            </a:pP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 Dataset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Alpha/Beta Calculation</a:t>
            </a:r>
          </a:p>
          <a:p>
            <a:pPr marL="0" indent="0">
              <a:buNone/>
            </a:pPr>
            <a:br>
              <a:rPr lang="en-IN" dirty="0"/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23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BF77-662F-F8DF-6340-5DF8C514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 / ETL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7F00-4BE3-E684-298C-DFC3D08D7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1142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3BFACA1-F2F0-293A-6550-547934B7A8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9924270"/>
              </p:ext>
            </p:extLst>
          </p:nvPr>
        </p:nvGraphicFramePr>
        <p:xfrm>
          <a:off x="838200" y="1607020"/>
          <a:ext cx="9176774" cy="4468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88E9FA-738B-C312-C876-FE9634DA280F}"/>
              </a:ext>
            </a:extLst>
          </p:cNvPr>
          <p:cNvSpPr txBox="1"/>
          <p:nvPr/>
        </p:nvSpPr>
        <p:spPr>
          <a:xfrm>
            <a:off x="1507958" y="5898069"/>
            <a:ext cx="984584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ETL pipeline ensures clean , consistent, and analysis-ready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826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EABE6-683F-6A5B-7D43-2FC6023A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Highlights(Fund Analysis)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F1DA19-4D65-46F6-43F7-7D3F9FC12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31" y="1690688"/>
            <a:ext cx="792607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00A961-D474-D96E-71F0-867B6B9AC96F}"/>
              </a:ext>
            </a:extLst>
          </p:cNvPr>
          <p:cNvSpPr txBox="1"/>
          <p:nvPr/>
        </p:nvSpPr>
        <p:spPr>
          <a:xfrm>
            <a:off x="8422105" y="1690688"/>
            <a:ext cx="376989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1.Mutual funds are distributes across multiple categories.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2.Ceratin funds houses manage a larger number of schemes.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3.Category distribution indicates preferences for specific fund types.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032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B8BD-71AE-89DA-714F-2B3C16302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674221-3C0A-A81A-BA93-19FE6C26C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084" y="1873751"/>
            <a:ext cx="2005759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390C2-2001-9D57-B4BA-DEBCD07A8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444" y="1873751"/>
            <a:ext cx="2295845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DB9DED-3EAF-103C-F0AD-29B262086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337" y="1873751"/>
            <a:ext cx="3188752" cy="43513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61B57C-AC41-9F2E-F9EA-493E27EBCF03}"/>
              </a:ext>
            </a:extLst>
          </p:cNvPr>
          <p:cNvSpPr txBox="1"/>
          <p:nvPr/>
        </p:nvSpPr>
        <p:spPr>
          <a:xfrm>
            <a:off x="9094839" y="2149642"/>
            <a:ext cx="2519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Key Observations</a:t>
            </a:r>
          </a:p>
          <a:p>
            <a:endParaRPr lang="en-US" b="1" u="sng" dirty="0"/>
          </a:p>
          <a:p>
            <a:r>
              <a:rPr lang="en-US" dirty="0"/>
              <a:t>-- Performance varies significantly across mutual fund schemes.</a:t>
            </a:r>
          </a:p>
          <a:p>
            <a:r>
              <a:rPr lang="en-US" dirty="0"/>
              <a:t>-- Sharpe Ratio helps identify superior risk-adjusted returns.</a:t>
            </a:r>
          </a:p>
          <a:p>
            <a:r>
              <a:rPr lang="en-US" dirty="0"/>
              <a:t>-- Alpha and Beta provide benchmark comparison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137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E429-9858-1833-5DF2-3F15BA37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Metrics &amp; Advances Analytics</a:t>
            </a:r>
            <a:b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8B878E-BB45-CFDD-52CA-72403DA78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3200" y="1274965"/>
            <a:ext cx="5245798" cy="28101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6309CB-B4E8-40F8-16D7-B98B8E6A2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3" y="1274966"/>
            <a:ext cx="5001157" cy="28101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CC960F-AE73-94F5-93EC-F02B95370C5D}"/>
              </a:ext>
            </a:extLst>
          </p:cNvPr>
          <p:cNvSpPr txBox="1"/>
          <p:nvPr/>
        </p:nvSpPr>
        <p:spPr>
          <a:xfrm>
            <a:off x="637643" y="4461550"/>
            <a:ext cx="91600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at Risk(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Value at Risk(CVaR)</a:t>
            </a:r>
          </a:p>
          <a:p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Cohort Analysis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Continuity Analysis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Concentration(HHI)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Recommendation Engine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42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6591-EFF9-4DE1-8107-0DD9983C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6138"/>
            <a:ext cx="10515600" cy="1325563"/>
          </a:xfrm>
        </p:spPr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Overview Dashboard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ED66AF0-CC82-C4B2-D2EC-99A7F8408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637" y="1552909"/>
            <a:ext cx="7926074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BDD399-5B7E-45CA-961C-70AD6CBC2530}"/>
              </a:ext>
            </a:extLst>
          </p:cNvPr>
          <p:cNvSpPr txBox="1"/>
          <p:nvPr/>
        </p:nvSpPr>
        <p:spPr>
          <a:xfrm>
            <a:off x="288758" y="1748589"/>
            <a:ext cx="36248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--Provides category –level and industry –level insights.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--Highlights fund distribution and market trends.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--Enables quick comparison across fund categories.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29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607C4-986D-54A7-7D90-678694B66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3100" u="sng"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 &amp; Investor Analytics Dashboard</a:t>
            </a:r>
            <a:endParaRPr lang="en-IN" sz="31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F2B4-D784-95BA-8D74-757939DE4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demographics influence investment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–adjusted performance differs across schemes.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analysis highlights key investor regions</a:t>
            </a:r>
            <a:r>
              <a:rPr lang="en-IN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F5A94D-7CA1-EBC3-7E4F-3133DC594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027" y="841405"/>
            <a:ext cx="4937760" cy="2446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C8D409-3DB3-6866-43DC-EABCFDB84A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027" y="3642194"/>
            <a:ext cx="4937760" cy="244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8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AC03-3E77-4EE5-50F2-A4FD677E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Recommendations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433AC-6F44-73FB-C4B2-2FD9407F3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524" y="1463885"/>
            <a:ext cx="10515600" cy="52584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Investors aged 26-35 contribute the highest investment volume.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2024 cohort invested the most.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Low-risk liquid funds achieved strong Sharpe Ratio.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concentration varies significantly across funds.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real –time market data integration.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investor segmentation.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SIP retention monitoring.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–based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52076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3367A-98A3-64DD-8AC7-91E30C27E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Mutual Fund Analytics Capstone Project</a:t>
            </a:r>
          </a:p>
          <a:p>
            <a:pPr algn="ctr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926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399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Bluestock Mutual Fund Analytics Capstone Project</vt:lpstr>
      <vt:lpstr>Problem Statement &amp;Objectives</vt:lpstr>
      <vt:lpstr>Data Source</vt:lpstr>
      <vt:lpstr>Project Architecture / ETL Flow</vt:lpstr>
      <vt:lpstr>EDA Highlights(Fund Analysis)</vt:lpstr>
      <vt:lpstr>Performance Metrics</vt:lpstr>
      <vt:lpstr>Risk Metrics &amp; Advances Analytics </vt:lpstr>
      <vt:lpstr>Industry Overview Dashboard</vt:lpstr>
      <vt:lpstr>Fund Performance &amp; Investor Analytics Dashboard</vt:lpstr>
      <vt:lpstr>Key Findings &amp; Recommendations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Shriti Sharma</dc:creator>
  <cp:lastModifiedBy>Shriti Sharma</cp:lastModifiedBy>
  <cp:revision>2</cp:revision>
  <dcterms:created xsi:type="dcterms:W3CDTF">2026-06-12T10:56:51Z</dcterms:created>
  <dcterms:modified xsi:type="dcterms:W3CDTF">2026-06-12T19:18:28Z</dcterms:modified>
</cp:coreProperties>
</file>